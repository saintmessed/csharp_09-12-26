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76" r:id="rId5"/>
    <p:sldId id="277" r:id="rId6"/>
    <p:sldId id="258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92"/>
    <p:restoredTop sz="86396"/>
  </p:normalViewPr>
  <p:slideViewPr>
    <p:cSldViewPr snapToGrid="0">
      <p:cViewPr varScale="1">
        <p:scale>
          <a:sx n="83" d="100"/>
          <a:sy n="83" d="100"/>
        </p:scale>
        <p:origin x="142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73" d="100"/>
          <a:sy n="73" d="100"/>
        </p:scale>
        <p:origin x="356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3BBAE9-2AB2-6747-BA7C-B0EB5863059A}" type="datetimeFigureOut">
              <a:rPr lang="ru-RU" smtClean="0"/>
              <a:t>31.08.2023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08335-353E-D349-B6D2-B4FA0EE24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822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08335-353E-D349-B6D2-B4FA0EE2433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388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95B40-9C65-8B5A-EB67-D80F35F1C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428069-001B-45F5-EDD1-C0D20FB52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93277E-86B3-06D5-B85F-01A2CEBF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2F29-90E7-3946-952D-4EDB6785152F}" type="datetime1">
              <a:rPr lang="ru-RU" smtClean="0"/>
              <a:t>31.08.2023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9675A1-E3C7-A55B-1368-598C0A0C5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B0BB21-1A81-953F-4069-B0710E6E5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1A80B-74BF-084A-8087-A000096632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232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7718E4-AFD1-B7A6-E072-3E38031FD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D4F37A-95CC-3382-ED81-F6C00C4E6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DB1549-E87B-E2CA-A1C9-417071B79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19DBD-9D36-3F4A-8E0B-74E3F08CE52C}" type="datetime1">
              <a:rPr lang="ru-RU" smtClean="0"/>
              <a:t>31.08.2023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571EBA-A0D4-F475-545A-3E878936F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B327DD-3E18-E64E-DF28-6C2DC07B4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1A80B-74BF-084A-8087-A000096632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838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0E89B-65A7-DDE0-8125-72E568927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FD346C-4938-E704-5995-681BA2081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8B1E56-0388-D292-447A-4A870117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88893-F16B-A74D-9572-1B2094BD8BD9}" type="datetime1">
              <a:rPr lang="ru-RU" smtClean="0"/>
              <a:t>31.08.2023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5B1C8B-1407-3E5E-4482-BA35016EB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ED9349-70A5-8AFD-2BAF-83525EBBC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1A80B-74BF-084A-8087-A000096632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245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3561C5-D5FC-E443-33A8-487C1DB94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EA8DFE-D357-73E6-5A66-9805E39D0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9D978A9-B040-858A-418C-CAB8BFFDA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4C4F61-A94C-86C5-E4C1-BD000B187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6CCF7-67E7-234C-86C7-B1DD27F03EAD}" type="datetime1">
              <a:rPr lang="ru-RU" smtClean="0"/>
              <a:t>31.08.2023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503CD6-2712-970F-0A7F-10D68317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94DD41-CBF5-3C2B-9481-EE34E7210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1A80B-74BF-084A-8087-A000096632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514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9AE99D-8468-E6B7-6AAE-BBBC5BC65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18BF95-EB58-4164-5C95-0D402C55D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FD659E-DBA1-0DC9-5286-FC2E8366C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7787021-902A-0642-2FDD-1A2AF86EA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B6A9E61-58F4-D2B7-5301-1C753C263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0395AC5-3C37-390B-2433-C047268A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B4812-6F30-4A45-B9DB-26ECBEF9D9DB}" type="datetime1">
              <a:rPr lang="ru-RU" smtClean="0"/>
              <a:t>31.08.2023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D7AD450-E8E6-ED39-B536-D244E18E2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64764D6-EAFE-D47F-D90A-00F71992F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1A80B-74BF-084A-8087-A000096632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522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272D9-B8DF-2B2C-D394-3DB7D8A32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DB802EE-B566-2AAE-B8B3-A7BF60D4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4C8F-58E7-7941-B830-5267F288FDA8}" type="datetime1">
              <a:rPr lang="ru-RU" smtClean="0"/>
              <a:t>31.08.2023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7577EE4-EDDB-5652-51BA-8A3B5078B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1CA553E-8957-CA96-68BC-2387D0044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1A80B-74BF-084A-8087-A000096632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09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778C42E-1A1E-2BF9-921F-EFEAB7EC9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2209B-6BD1-8441-9B90-07C1F1C784DB}" type="datetime1">
              <a:rPr lang="ru-RU" smtClean="0"/>
              <a:t>31.08.2023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825BAFD-CEFF-0773-411A-65DBEAFD7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C282A9-4C56-DB37-3BA2-9D2DAA5A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1A80B-74BF-084A-8087-A000096632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32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626C37-9B04-C282-59E9-A8810808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D66860-6E9D-4AFC-8F81-7DA780187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587BCD-BEB3-60F2-71E9-BB19BDC66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2EBB1AA-D788-0CBB-275E-722BFCF92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2A043-A2F3-9542-B1AE-4321F6D80D3C}" type="datetime1">
              <a:rPr lang="ru-RU" smtClean="0"/>
              <a:t>31.08.2023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B811DB-2D12-1464-87B3-F84B2D88F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5825A7-CD99-DC61-2C53-3372FCFF9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1A80B-74BF-084A-8087-A000096632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955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93CC10-8636-A9C0-91F7-8847706C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D67DD89-F7CA-2229-B028-10337723F2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E2759C-8345-20CD-53DC-2376CD583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6711D5-F381-9DCA-83D4-2DF97A4C5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A90A1-C449-A442-A7A7-29C5B5432C93}" type="datetime1">
              <a:rPr lang="ru-RU" smtClean="0"/>
              <a:t>31.08.2023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DAD040-2A00-C37F-F51F-3C8DE34B7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C1F4AA-E75C-18F9-0DEC-2D40F681A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1A80B-74BF-084A-8087-A000096632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93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583206-8E76-68A8-A304-FDE3A8EF1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53EC40-CA65-0880-5B43-BE6DB0D13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4C84FE-D4CA-4066-19AA-487F17C38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C97D1-FF69-654B-8B1E-0B13A0F58DE2}" type="datetime1">
              <a:rPr lang="ru-RU" smtClean="0"/>
              <a:t>31.08.2023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422E72-DF93-E54C-9B1F-78C7B961C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335C5D-F5FE-B960-08F7-632687D60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1A80B-74BF-084A-8087-A000096632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927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48052F9-E82F-65CF-0143-A4D57F709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18495B6-E960-E6AE-3D82-9A6061A66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8488A6-9934-1B5D-AB46-2A4431D13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8F2C-0A55-EB41-BF1E-2222CFABF062}" type="datetime1">
              <a:rPr lang="ru-RU" smtClean="0"/>
              <a:t>31.08.2023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86DD19-6B39-CFB4-A033-5F3E94D82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D5006F-C5AE-B1AF-1928-55A17BEB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1A80B-74BF-084A-8087-A000096632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88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515E1-097C-0321-1194-5291CDA9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CFBA2E-925D-89CE-E135-E4FCDEF65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CCEE7B-30B3-04D2-3FE0-57403016DA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2B9AE-CC71-904F-84CF-88E27DAE2424}" type="datetime1">
              <a:rPr lang="ru-RU" smtClean="0"/>
              <a:t>31.08.2023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A8831C-B1A4-D441-A273-952D34FA4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AD1DCF-DBC0-E6B4-227D-35A2602F3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1A80B-74BF-084A-8087-A000096632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661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447EB3-D08F-08BC-7955-626622F3E6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i="0" u="none" strike="noStrike" dirty="0">
                <a:effectLst/>
              </a:rPr>
              <a:t>Перегрузка индексаторов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645E546-B2CE-21D0-5860-31C12F636E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IThub</a:t>
            </a:r>
            <a:r>
              <a:rPr lang="en-US" dirty="0"/>
              <a:t> College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4632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7116B-36D9-BDA1-B3CD-D4DE47DFA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индексаторов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3F2E28-0D59-60ED-EBB9-54AABE7FA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Индексатор может быть перегружен. В этом случае</a:t>
            </a:r>
            <a:br>
              <a:rPr lang="ru-RU" dirty="0"/>
            </a:br>
            <a:r>
              <a:rPr lang="ru-RU" dirty="0"/>
              <a:t>для выполнения выбирается тот вариант индексатора, в котором точнее соблюдается соответствие его параметра и аргумента, указываемого в качестве индекса.</a:t>
            </a:r>
          </a:p>
          <a:p>
            <a:r>
              <a:rPr lang="ru-RU" b="1" i="1" dirty="0"/>
              <a:t>Индексаторы могут быть перегружены в отдельном классе или структуре. </a:t>
            </a:r>
            <a:r>
              <a:rPr lang="ru-RU" dirty="0"/>
              <a:t>То есть если имеет смысл позволить вызывающему коду обращаться к </a:t>
            </a:r>
            <a:r>
              <a:rPr lang="ru-RU" dirty="0" err="1"/>
              <a:t>подэлементам</a:t>
            </a:r>
            <a:br>
              <a:rPr lang="ru-RU" dirty="0"/>
            </a:br>
            <a:r>
              <a:rPr lang="ru-RU" dirty="0"/>
              <a:t>с использованием числового индекса или строкового значения,</a:t>
            </a:r>
            <a:br>
              <a:rPr lang="ru-RU" dirty="0"/>
            </a:br>
            <a:r>
              <a:rPr lang="ru-RU" b="1" i="1" dirty="0"/>
              <a:t>в одном и том же типе можно определить несколько индексаторов.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823D249-31B5-031F-E8D8-5D6A7EA98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1A80B-74BF-084A-8087-A000096632C7}" type="slidenum">
              <a:rPr lang="ru-RU" sz="1800" smtClean="0"/>
              <a:t>2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149429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6C3BE-CE8A-B640-E5E0-7AA4EB832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739" y="380623"/>
            <a:ext cx="6477000" cy="1325563"/>
          </a:xfrm>
        </p:spPr>
        <p:txBody>
          <a:bodyPr/>
          <a:lstStyle/>
          <a:p>
            <a:r>
              <a:rPr lang="ru-RU" dirty="0"/>
              <a:t>Пример использования перегрузки индексаторов: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CE23C72-BDDE-A803-DDCF-055D0764D4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6095" y="0"/>
            <a:ext cx="3915905" cy="6871784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95F0CA-9087-7C0F-CA3C-B29B0A19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1A80B-74BF-084A-8087-A000096632C7}" type="slidenum">
              <a:rPr lang="ru-RU" sz="1800" smtClean="0"/>
              <a:t>3</a:t>
            </a:fld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1309454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Объект 7">
            <a:extLst>
              <a:ext uri="{FF2B5EF4-FFF2-40B4-BE49-F238E27FC236}">
                <a16:creationId xmlns:a16="http://schemas.microsoft.com/office/drawing/2014/main" id="{865A1884-8216-1F70-8325-D0DB54B44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4719" y="-1"/>
            <a:ext cx="5047281" cy="6884669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95F0CA-9087-7C0F-CA3C-B29B0A19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1A80B-74BF-084A-8087-A000096632C7}" type="slidenum">
              <a:rPr lang="ru-RU" sz="1800" smtClean="0"/>
              <a:t>4</a:t>
            </a:fld>
            <a:endParaRPr lang="ru-RU" sz="180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6C3BE-CE8A-B640-E5E0-7AA4EB832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44" y="318630"/>
            <a:ext cx="6306519" cy="2176597"/>
          </a:xfrm>
        </p:spPr>
        <p:txBody>
          <a:bodyPr/>
          <a:lstStyle/>
          <a:p>
            <a:r>
              <a:rPr lang="ru-RU" dirty="0"/>
              <a:t>Пример использования перегрузки индексаторов (продолжение кода):</a:t>
            </a:r>
          </a:p>
        </p:txBody>
      </p:sp>
    </p:spTree>
    <p:extLst>
      <p:ext uri="{BB962C8B-B14F-4D97-AF65-F5344CB8AC3E}">
        <p14:creationId xmlns:p14="http://schemas.microsoft.com/office/powerpoint/2010/main" val="3677093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6C3BE-CE8A-B640-E5E0-7AA4EB832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использования перегрузки индексаторов (вывод в консоли):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95F0CA-9087-7C0F-CA3C-B29B0A19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1A80B-74BF-084A-8087-A000096632C7}" type="slidenum">
              <a:rPr lang="ru-RU" sz="1800" smtClean="0"/>
              <a:t>5</a:t>
            </a:fld>
            <a:endParaRPr lang="ru-RU" sz="1800"/>
          </a:p>
        </p:txBody>
      </p:sp>
      <p:pic>
        <p:nvPicPr>
          <p:cNvPr id="1028" name="Picture 4" descr="Применение перегрузки индексаторов в C#">
            <a:extLst>
              <a:ext uri="{FF2B5EF4-FFF2-40B4-BE49-F238E27FC236}">
                <a16:creationId xmlns:a16="http://schemas.microsoft.com/office/drawing/2014/main" id="{0C6EB9A2-17A0-1194-D284-8A7F3569AA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863" y="2694911"/>
            <a:ext cx="9730273" cy="1468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905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92E512-90A2-1084-879E-502241E79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96" y="296114"/>
            <a:ext cx="10790208" cy="1325563"/>
          </a:xfrm>
        </p:spPr>
        <p:txBody>
          <a:bodyPr/>
          <a:lstStyle/>
          <a:p>
            <a:r>
              <a:rPr lang="ru-RU" dirty="0"/>
              <a:t>Для чего перегружаются индексаторы?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530246-E291-B580-B68D-576A5961B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1A80B-74BF-084A-8087-A000096632C7}" type="slidenum">
              <a:rPr lang="ru-RU" sz="1800" smtClean="0"/>
              <a:t>6</a:t>
            </a:fld>
            <a:endParaRPr lang="ru-RU" sz="180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71AE0A6-3E86-1DE6-BCF3-6F6C173C8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>
                <a:solidFill>
                  <a:schemeClr val="accent6"/>
                </a:solidFill>
              </a:rPr>
              <a:t>Как правило, </a:t>
            </a:r>
            <a:r>
              <a:rPr lang="ru-RU" b="1" i="1" dirty="0"/>
              <a:t>индексаторы перегружаются для того, чтобы использовать объект определенного класса в качестве индекса, вычисляемого каким-то особым образом.</a:t>
            </a:r>
          </a:p>
          <a:p>
            <a:r>
              <a:rPr lang="ru-RU" b="1" i="1" dirty="0">
                <a:solidFill>
                  <a:schemeClr val="accent6"/>
                </a:solidFill>
              </a:rPr>
              <a:t>Следует отметить, что </a:t>
            </a:r>
            <a:r>
              <a:rPr lang="ru-RU" b="1" i="1" dirty="0"/>
              <a:t>множество типов из библиотек базовых классов поддерживают индексаторы.</a:t>
            </a:r>
          </a:p>
        </p:txBody>
      </p:sp>
    </p:spTree>
    <p:extLst>
      <p:ext uri="{BB962C8B-B14F-4D97-AF65-F5344CB8AC3E}">
        <p14:creationId xmlns:p14="http://schemas.microsoft.com/office/powerpoint/2010/main" val="27411677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1540</TotalTime>
  <Words>147</Words>
  <Application>Microsoft Macintosh PowerPoint</Application>
  <PresentationFormat>Широкоэкранный</PresentationFormat>
  <Paragraphs>17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Перегрузка индексаторов</vt:lpstr>
      <vt:lpstr>Перегрузка индексаторов</vt:lpstr>
      <vt:lpstr>Пример использования перегрузки индексаторов:</vt:lpstr>
      <vt:lpstr>Пример использования перегрузки индексаторов (продолжение кода):</vt:lpstr>
      <vt:lpstr>Пример использования перегрузки индексаторов (вывод в консоли):</vt:lpstr>
      <vt:lpstr>Для чего перегружаются индексаторы?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Перегрузка методов. Перегрузка конструкторов</dc:title>
  <dc:creator>Ксения Хохлова</dc:creator>
  <cp:lastModifiedBy>Ксения Хохлова</cp:lastModifiedBy>
  <cp:revision>4</cp:revision>
  <dcterms:created xsi:type="dcterms:W3CDTF">2023-08-19T17:20:33Z</dcterms:created>
  <dcterms:modified xsi:type="dcterms:W3CDTF">2023-08-31T20:16:15Z</dcterms:modified>
</cp:coreProperties>
</file>